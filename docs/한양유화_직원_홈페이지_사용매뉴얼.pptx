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한양유화 홈페이지 직원 사용 매뉴얼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오더 등록부터 승인, 한화오더 처리까지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이 자료는 직원용입니다.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PC 화면과 모바일 화면을 따로 설명합니다.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글자는 크게, 순서는 실제 업무 흐름대로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천천히 한 장씩 따라 하면 됩니다.</a:t>
            </a:r>
          </a:p>
        </p:txBody>
      </p:sp>
      <p:pic>
        <p:nvPicPr>
          <p:cNvPr id="7" name="Picture 6" descr="hanyang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30352"/>
            <a:ext cx="495731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66960" y="12618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Malgun Gothic"/>
              </a:rPr>
              <a:t>직원용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1. 로그인 후 처음 보는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직원은 내 담당 거래처 중심으로 보입니다.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최근 주문: 내 담당 거래처 오더만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 관리: 내 담당 거래처만 조회합니다.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원장/리포트: 내 담당 거래처 기준으로 조회합니다.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여신초과 승인, 입출금 등록, 수금 대조, 수기 원장 입력은 보이지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양희철 계정만 전체 조회와 원장 수정이 가능합니다.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PC 버전 1. 오더 등록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컴퓨터에서 새 주문을 넣는 방법입니다.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왼쪽 메뉴에서 주문 / 배차를 엽니다.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오더 등록을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키보드 단축키 F5를 눌러도 오더 등록 화면으로 이동합니다.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거래처명은 일부만 입력해도 검색해서 선택할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거래처를 먼저 정확히 선택하는 것이 가장 중요합니다.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PC 버전 2. 오더 내용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위에서 아래로 차례대로 입력합니다.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거래처를 선택합니다.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인도처 또는 도착지를 선택합니다.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품목, 포장, 수량을 입력합니다.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도착일을 선택합니다.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창고 입고 오더라면 요청 매입일도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당일 도착이면 당일도착 체크박스를 선택합니다.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수량 단위가 TON인지 꼭 한 번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PC 버전 3. 저장 버튼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저장 후 다음 행동을 고릅니다.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저장 후 추가주문: 같은 방식으로 주문을 계속 입력할 때 사용합니다.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저장 후 오더로 이동: 방금 저장한 오더 상세 화면으로 바로 갑니다.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단축키 F7: 저장 후 추가주문입니다.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단축키 F8: 저장 후 오더로 이동입니다.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주문이 1건이면 F8이 가장 편합니다.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PC 버전 4. 오더 상세에서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저장 후 오더 상세 화면에서 처리합니다.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입력 내용을 다시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문제가 없으면 오더승인 버튼을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여신문제가 있으면 승인 대기 상태로 표시됩니다.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승인 후 한화오더 버튼을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한화오더가 완료되면 배차 대기로 보냅니다.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한화오더 버튼은 한화 e-Sales 처리까지 이어지는 버튼입니다.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모바일 버전 1. 오더 등록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휴대폰에서도 같은 흐름입니다.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휴대폰에서 홈페이지에 로그인합니다.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왼쪽 메뉴를 열거나, 화면의 오더 등록 버튼을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거래처를 먼저 선택합니다.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도착지, 품목, 포장, 수량, 도착일을 차례대로 입력합니다.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작은 화면에서는 위에서 아래로 천천히 내려가며 입력합니다.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모바일 버전 2. 저장과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모바일은 저장 후 바로 확인이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입력이 끝나면 저장 후 오더로 이동을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오더 상세 화면에서 거래처, 품목, 수량, 도착일을 다시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문제가 없으면 오더승인을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승인 후 한화오더 버튼을 누릅니다.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모바일에서는 입력 후 상세 화면에서 다시 보는 습관이 좋습니다.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한화오더 처리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오더 상세에서 처리합니다.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오더승인 완료 상태인지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한화오더 버튼을 누릅니다.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자동 창이 열리면 주문 입력, 조회, 체크까지 진행됩니다.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완료 메시지가 나오면 홈페이지로 돌아옵니다.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그 다음 배차 대기로 보냅니다.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테스트 버튼은 확인용입니다. 실제 처리에는 한화오더를 사용합니다.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자주 확인할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오더 등록 전후 체크리스트입니다.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거래처와 인도처가 맞는가?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품목명과 포장백이 맞는가?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수량이 TON 기준으로 맞는가?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도착일과 요청 매입일이 맞는가?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창고 입고인지 일반 직송인지 맞는가?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한화오더 완료 후 배차 대기로 보냈는가?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헷갈리면 저장 전에 담당자에게 한 번 확인합니다.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문제가 생겼을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Malgun Gothic"/>
              </a:rPr>
              <a:t>이렇게 확인하면 빠릅니다.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607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164592" bIns="146304"/>
          <a:lstStyle/>
          <a:p>
            <a:pPr algn="ctr"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오더번호를 먼저 확인합니다.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거래처명과 도착일을 같이 알려줍니다.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어느 버튼에서 멈췄는지 말합니다.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화면에 나온 안내문구를 그대로 전달합니다.</a:t>
            </a:r>
          </a:p>
          <a:p>
            <a:pPr>
              <a:spcAft>
                <a:spcPts val="900"/>
              </a:spcAft>
              <a:defRPr sz="2700">
                <a:solidFill>
                  <a:srgbClr val="1F2937"/>
                </a:solidFill>
                <a:latin typeface="Malgun Gothic"/>
              </a:defRPr>
            </a:pPr>
            <a:r>
              <a:t>중복 입력이 의심되면 새로 저장하지 말고 먼저 확인합니다.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solidFill>
            <a:srgbClr val="FFEDD5"/>
          </a:solidFill>
          <a:ln w="15875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9A3412"/>
                </a:solidFill>
                <a:latin typeface="Malgun Gothic"/>
              </a:defRPr>
            </a:pPr>
            <a:r>
              <a:t>오더번호 하나만 있어도 대부분 바로 찾을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